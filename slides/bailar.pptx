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7896982174084" /><Relationship Type="http://schemas.openxmlformats.org/officeDocument/2006/relationships/extended-properties" Target="/docProps/app.xml" Id="Rdc0ec15e36db4221" /><Relationship Type="http://schemas.openxmlformats.org/officeDocument/2006/relationships/officeDocument" Target="/ppt/presentation.xml" Id="R4e2ec25abf11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034bd224c04d9e"/>
  </p:sldMasterIdLst>
  <p:notesMasterIdLst>
    <p:notesMasterId xmlns:r="http://schemas.openxmlformats.org/officeDocument/2006/relationships" r:id="R9c742aaa555c4080"/>
  </p:notesMasterIdLst>
  <p:sldIdLst>
    <p:sldId xmlns:r="http://schemas.openxmlformats.org/officeDocument/2006/relationships" id="256" r:id="R9d7210d4b18c4a65"/>
    <p:sldId xmlns:r="http://schemas.openxmlformats.org/officeDocument/2006/relationships" id="257" r:id="R8132971abca14444"/>
    <p:sldId xmlns:r="http://schemas.openxmlformats.org/officeDocument/2006/relationships" id="258" r:id="Rff73d0d3e4734119"/>
    <p:sldId xmlns:r="http://schemas.openxmlformats.org/officeDocument/2006/relationships" id="259" r:id="R666d131a1e5f4e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c04fbe236421a" /><Relationship Type="http://schemas.openxmlformats.org/officeDocument/2006/relationships/slideMaster" Target="/ppt/slideMasters/slideMaster1.xml" Id="Rb8034bd224c04d9e" /><Relationship Type="http://schemas.openxmlformats.org/officeDocument/2006/relationships/notesMaster" Target="/ppt/notesMasters/notesMaster1.xml" Id="R9c742aaa555c4080" /><Relationship Type="http://schemas.openxmlformats.org/officeDocument/2006/relationships/presProps" Target="/ppt/presProps.xml" Id="R628ccf84be994efc" /><Relationship Type="http://schemas.openxmlformats.org/officeDocument/2006/relationships/tableStyles" Target="/ppt/tableStyles.xml" Id="R3ed5ebba230648f3" /><Relationship Type="http://schemas.openxmlformats.org/officeDocument/2006/relationships/slide" Target="/ppt/slides/slide1.xml" Id="R9d7210d4b18c4a65" /><Relationship Type="http://schemas.openxmlformats.org/officeDocument/2006/relationships/slide" Target="/ppt/slides/slide2.xml" Id="R8132971abca14444" /><Relationship Type="http://schemas.openxmlformats.org/officeDocument/2006/relationships/slide" Target="/ppt/slides/slide3.xml" Id="Rff73d0d3e4734119" /><Relationship Type="http://schemas.openxmlformats.org/officeDocument/2006/relationships/slide" Target="/ppt/slides/slide4.xml" Id="R666d131a1e5f4e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fe486e90f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54c7962862412d" /><Relationship Type="http://schemas.openxmlformats.org/officeDocument/2006/relationships/notesMaster" Target="/ppt/notesMasters/notesMaster1.xml" Id="R2c0568beed04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1335032b7846d1" /><Relationship Type="http://schemas.openxmlformats.org/officeDocument/2006/relationships/notesMaster" Target="/ppt/notesMasters/notesMaster1.xml" Id="R4ee35f8c39094b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a9303161f49f3" /><Relationship Type="http://schemas.openxmlformats.org/officeDocument/2006/relationships/notesMaster" Target="/ppt/notesMasters/notesMaster1.xml" Id="Re59b9fa1eedf46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fae9e14e445c0" /><Relationship Type="http://schemas.openxmlformats.org/officeDocument/2006/relationships/notesMaster" Target="/ppt/notesMasters/notesMaster1.xml" Id="R2617c1a05b334a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Bailar contribution slides: title, CLI, deployment and Q&amp;A. Insert the six slides authored by Nural, Emil and Mahammadali before the closing slide. Source: supplied team ownership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Owner: Bailar. Sources: researcher/cli.py and tests/test_cli.py. CLI unit tests fake Researcher. OfflineService uses canned references and a fake synthesizer. Synthetic reference URLs are demonstrations. Exit 2 is argparse validation; expected operational errors exit 1. Codex assisted implementation, tests and slide drafting.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Owner: Bailar. Sources: Dockerfile, .dockerignore, .github/workflows/ci.yml and report/report.md. Both stages use python:3.12.6-slim. Appuser owns /app. All Docker steps passed in https://github.com/nuralnetworks/async-research-assistant/actions/runs/35284135541/job/105412575476 at head f090268. CI used --network none. Nural supplied the dependency fix in e03e8cf. Local Windows Docker and live provider runs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report/report.md and supplied ownership rules. Suggested answers: the CLI null cache prevents persistent storage construction under --no-cache; fake Researcher isolates the CLI contract; team release still needs authored report sections, contribution statements, slides and PR approval. Final tag and Moodle upload are deferred. AI disclosure: Codex assisted Bailar-owned code, documentation and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4a6398cfb4d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374ea43d5f4e62" /><Relationship Type="http://schemas.openxmlformats.org/officeDocument/2006/relationships/slideLayout" Target="/ppt/slideLayouts/slideLayout1.xml" Id="R3d11130673a448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1130673a448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0b9cb37f4156" /><Relationship Type="http://schemas.openxmlformats.org/officeDocument/2006/relationships/notesSlide" Target="/ppt/notesSlides/notesSlide1.xml" Id="R9c3ec0a06a4d49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d94205a664657" /><Relationship Type="http://schemas.openxmlformats.org/officeDocument/2006/relationships/notesSlide" Target="/ppt/notesSlides/notesSlide2.xml" Id="Rd0a58e337b1243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fe2068d504a3e" /><Relationship Type="http://schemas.openxmlformats.org/officeDocument/2006/relationships/notesSlide" Target="/ppt/notesSlides/notesSlide3.xml" Id="R7e3ecd7c3a30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b13bc5b02475d" /><Relationship Type="http://schemas.openxmlformats.org/officeDocument/2006/relationships/notesSlide" Target="/ppt/notesSlides/notesSlide4.xml" Id="Re29ce92495a54b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B959C-A3BC-4D29-B2D9-415789A8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Async Research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D6F7A-2401-4EA8-9F3C-DE00B95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CLI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88A87-CF11-480B-A871-FEA8407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Nural · Emil · Mahammadali · Bailar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1C4E6-9FFF-4C02-B329-9E470E7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AI-ENG-110 / Topic 4 /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52417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9B2F2-9DED-470E-A07C-0DFBF59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Command-line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7FAAC-23DD-4123-A6FA-716AAC08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ask     demo     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52DC6-7637-4206-8311-B7C5F1C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Offline mode needs no API keys.</a:t>
            </a:r>
          </a:p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JSON output keeps numbered citations and fetch timings.</a:t>
            </a:r>
          </a:p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Invalid input returns a short error without a traceback.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CE1B9-E540-4627-9974-D325A5A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43 CLI + AI smoke tests passed</a:t>
            </a:r>
          </a:p>
          <a:p xmlns:a="http://schemas.openxmlformats.org/drawingml/2006/main">
            <a:pPr>
              <a:defRPr sz="24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94% CLI coverage in the full suite</a:t>
            </a:r>
          </a:p>
        </p:txBody>
      </p:sp>
    </p:spTree>
    <p:extLst>
      <p:ext uri="{BB962C8B-B14F-4D97-AF65-F5344CB8AC3E}">
        <p14:creationId xmlns:p14="http://schemas.microsoft.com/office/powerpoint/2010/main" val="338826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5865D-14F5-4F92-9E7C-C60E922C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Docker and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EA44-979A-4BF3-B997-BCB3F7B7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Python 3.12.6 in two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F4BA2-5572-40A7-8318-4CC72FF1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The runtime uses a non-root account with writable outputs.</a:t>
            </a:r>
          </a:p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CI checks lint, types, coverage and the Docker build.</a:t>
            </a:r>
          </a:p>
          <a:p xmlns:a="http://schemas.openxmlformats.org/drawingml/2006/main">
            <a:pPr>
              <a:defRPr sz="22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Container smoke tests disable networking.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1725E-6EBD-4443-BB65-9A7793E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Docker build and offline runs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BB8EC-4EBE-4FE6-8A6B-FBDE902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92 tests passed locally / lint and type checks passed in CI</a:t>
            </a:r>
          </a:p>
        </p:txBody>
      </p:sp>
    </p:spTree>
    <p:extLst>
      <p:ext uri="{BB962C8B-B14F-4D97-AF65-F5344CB8AC3E}">
        <p14:creationId xmlns:p14="http://schemas.microsoft.com/office/powerpoint/2010/main" val="983857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499E1-6394-476A-BC06-C37C7169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B5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3B57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A1214-2734-4F7B-A79A-B453A718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How does --no-cache avoid database access?</a:t>
            </a:r>
          </a:p>
          <a:p xmlns:a="http://schemas.openxmlformats.org/drawingml/2006/main">
            <a:pPr>
              <a:defRPr sz="25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Why do CLI tests replace Researcher with a fake?</a:t>
            </a:r>
          </a:p>
          <a:p xmlns:a="http://schemas.openxmlformats.org/drawingml/2006/main">
            <a:pPr>
              <a:defRPr sz="255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What remains before the team release?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DED05-3B81-4428-8A64-A82947A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E8B"/>
                </a:solidFill>
                <a:latin typeface="Arial"/>
                <a:ea typeface="Arial"/>
                <a:cs typeface="Arial"/>
              </a:rPr>
              <a:t>Bailar / CLI, deployment and assembly</a:t>
            </a:r>
          </a:p>
        </p:txBody>
      </p:sp>
    </p:spTree>
    <p:extLst>
      <p:ext uri="{BB962C8B-B14F-4D97-AF65-F5344CB8AC3E}">
        <p14:creationId xmlns:p14="http://schemas.microsoft.com/office/powerpoint/2010/main" val="705703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2026-09-17T22:56:36.9040000Z</dcterms:created>
  <dcterms:modified xsi:type="dcterms:W3CDTF">2026-09-17T22:56:36.9040000Z</dcterms:modified>
</coreProperties>
</file>