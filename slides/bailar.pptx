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b903ce8ea54937" /><Relationship Type="http://schemas.openxmlformats.org/officeDocument/2006/relationships/extended-properties" Target="/docProps/app.xml" Id="Rb360e4c297504e64" /><Relationship Type="http://schemas.openxmlformats.org/officeDocument/2006/relationships/officeDocument" Target="/ppt/presentation.xml" Id="Rc442aec39da54a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c18bbd86924605"/>
  </p:sldMasterIdLst>
  <p:notesMasterIdLst>
    <p:notesMasterId xmlns:r="http://schemas.openxmlformats.org/officeDocument/2006/relationships" r:id="Rb9f60d1768f14104"/>
  </p:notesMasterIdLst>
  <p:sldIdLst>
    <p:sldId xmlns:r="http://schemas.openxmlformats.org/officeDocument/2006/relationships" id="256" r:id="R5aa81fad45684cb3"/>
    <p:sldId xmlns:r="http://schemas.openxmlformats.org/officeDocument/2006/relationships" id="257" r:id="R128bb848bf094e14"/>
    <p:sldId xmlns:r="http://schemas.openxmlformats.org/officeDocument/2006/relationships" id="258" r:id="Rcf3a669412ce4810"/>
    <p:sldId xmlns:r="http://schemas.openxmlformats.org/officeDocument/2006/relationships" id="259" r:id="Re2642bd672514a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c3d8a084234626" /><Relationship Type="http://schemas.openxmlformats.org/officeDocument/2006/relationships/slideMaster" Target="/ppt/slideMasters/slideMaster1.xml" Id="R4fc18bbd86924605" /><Relationship Type="http://schemas.openxmlformats.org/officeDocument/2006/relationships/notesMaster" Target="/ppt/notesMasters/notesMaster1.xml" Id="Rb9f60d1768f14104" /><Relationship Type="http://schemas.openxmlformats.org/officeDocument/2006/relationships/presProps" Target="/ppt/presProps.xml" Id="R43e408c38cb94b3a" /><Relationship Type="http://schemas.openxmlformats.org/officeDocument/2006/relationships/tableStyles" Target="/ppt/tableStyles.xml" Id="Rfef018c6658b42b9" /><Relationship Type="http://schemas.openxmlformats.org/officeDocument/2006/relationships/slide" Target="/ppt/slides/slide1.xml" Id="R5aa81fad45684cb3" /><Relationship Type="http://schemas.openxmlformats.org/officeDocument/2006/relationships/slide" Target="/ppt/slides/slide2.xml" Id="R128bb848bf094e14" /><Relationship Type="http://schemas.openxmlformats.org/officeDocument/2006/relationships/slide" Target="/ppt/slides/slide3.xml" Id="Rcf3a669412ce4810" /><Relationship Type="http://schemas.openxmlformats.org/officeDocument/2006/relationships/slide" Target="/ppt/slides/slide4.xml" Id="Re2642bd672514a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2ea548cb1747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9cc6840923495d" /><Relationship Type="http://schemas.openxmlformats.org/officeDocument/2006/relationships/notesMaster" Target="/ppt/notesMasters/notesMaster1.xml" Id="R755a37873b304a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e66050056f4af0" /><Relationship Type="http://schemas.openxmlformats.org/officeDocument/2006/relationships/notesMaster" Target="/ppt/notesMasters/notesMaster1.xml" Id="Re524ff4173d34b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1a87a9e8d14d4c" /><Relationship Type="http://schemas.openxmlformats.org/officeDocument/2006/relationships/notesMaster" Target="/ppt/notesMasters/notesMaster1.xml" Id="Rc57cc55ce50f42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c75322cf684b34" /><Relationship Type="http://schemas.openxmlformats.org/officeDocument/2006/relationships/notesMaster" Target="/ppt/notesMasters/notesMaster1.xml" Id="Raacc16fd65d449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Bailar contribution slides: title, CLI, deployment and Q&amp;A. Insert the six slides authored by Nural, Emil and Mahammadali before the closing slide. Source: supplied team ownership rules.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Bailar. Sources: researcher/cli.py and tests/test_cli.py. CLI unit tests fake Researcher. OfflineService uses canned references and a fake synthesizer. Synthetic reference URLs are demonstrations. Exit 2 is argparse validation; expected operational errors exit 1. Codex assisted implementation, tests and slide drafting.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Bailar. Sources: Dockerfile, .dockerignore, .github/workflows/ci.yml and report/report.md. Both image stages use python:3.12.6-slim. Appuser owns /app for SQLite and output files. CI smoke commands run with --network none. Docker was unavailable locally, so build/run is pending. Global lint and mypy failures in other owners/frozen files remain. Branch protection must require CI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report/report.md and supplied ownership rules. Suggested answers: the CLI null cache prevents persistent storage construction under --no-cache; fake Researcher isolates the CLI contract; the team release still needs Docker verification, other owners lint/type fixes and report/slide submissions. AI disclosure: Codex assisted Bailar-owned code, documentation and these slides.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54891fbfb244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898ea313694912" /><Relationship Type="http://schemas.openxmlformats.org/officeDocument/2006/relationships/slideLayout" Target="/ppt/slideLayouts/slideLayout1.xml" Id="R066b95e36ccf4f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6b95e36ccf4f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85e3cbd4a4e5c" /><Relationship Type="http://schemas.openxmlformats.org/officeDocument/2006/relationships/notesSlide" Target="/ppt/notesSlides/notesSlide1.xml" Id="R074ab45b8d7044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b6889615c4dc6" /><Relationship Type="http://schemas.openxmlformats.org/officeDocument/2006/relationships/notesSlide" Target="/ppt/notesSlides/notesSlide2.xml" Id="R282ed5273ffe42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03b8729004244" /><Relationship Type="http://schemas.openxmlformats.org/officeDocument/2006/relationships/notesSlide" Target="/ppt/notesSlides/notesSlide3.xml" Id="R6dabb3f7c26040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557077c034809" /><Relationship Type="http://schemas.openxmlformats.org/officeDocument/2006/relationships/notesSlide" Target="/ppt/notesSlides/notesSlide4.xml" Id="R12672d041f1b4d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77796-DA57-446C-BE6E-304BCF61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53B5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53B57"/>
                </a:solidFill>
                <a:latin typeface="Arial"/>
                <a:ea typeface="Arial"/>
                <a:cs typeface="Arial"/>
              </a:rPr>
              <a:t>Async Research Assistant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0994CC-BE0A-44D2-BFED-B7A347FE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0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900" b="0">
                <a:solidFill>
                  <a:srgbClr val="087E8B"/>
                </a:solidFill>
                <a:latin typeface="Arial"/>
                <a:ea typeface="Arial"/>
                <a:cs typeface="Arial"/>
              </a:rPr>
              <a:t>CLI and deployment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D0396-8A49-4A4F-B864-EE22ED99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Nural · Emil · Mahammadali · Bailar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A6325-747B-40F5-BD98-C5A815DA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AI-ENG-110 / Topic 4 / 17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7139238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B9C48-FA56-4D6B-A6CF-A293C14F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53B5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53B57"/>
                </a:solidFill>
                <a:latin typeface="Arial"/>
                <a:ea typeface="Arial"/>
                <a:cs typeface="Arial"/>
              </a:rPr>
              <a:t>Command-line interface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758D6-09F8-43CC-AA9B-D8212E86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ask     demo     bench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111AF-CA9B-4D62-8F58-5976D113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Offline mode needs no API keys.</a:t>
            </a:r>
          </a:p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JSON output keeps numbered citations and fetch timings.</a:t>
            </a:r>
          </a:p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Invalid input returns a short error without a traceback.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AF95E-2D0B-4A83-8F1E-7976E5A9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3B5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53B57"/>
                </a:solidFill>
                <a:latin typeface="Arial"/>
                <a:ea typeface="Arial"/>
                <a:cs typeface="Arial"/>
              </a:rPr>
              <a:t>43 CLI + AI smoke tests passed</a:t>
            </a:r>
          </a:p>
          <a:p xmlns:a="http://schemas.openxmlformats.org/drawingml/2006/main">
            <a:pPr>
              <a:defRPr sz="2400" b="1">
                <a:solidFill>
                  <a:srgbClr val="153B5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53B57"/>
                </a:solidFill>
                <a:latin typeface="Arial"/>
                <a:ea typeface="Arial"/>
                <a:cs typeface="Arial"/>
              </a:rPr>
              <a:t>94% CLI coverage in the full suite</a:t>
            </a:r>
          </a:p>
        </p:txBody>
      </p:sp>
    </p:spTree>
    <p:extLst>
      <p:ext uri="{BB962C8B-B14F-4D97-AF65-F5344CB8AC3E}">
        <p14:creationId xmlns:p14="http://schemas.microsoft.com/office/powerpoint/2010/main" val="11882745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D9D98A-6662-43BF-B822-E2C42E5B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53B5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53B57"/>
                </a:solidFill>
                <a:latin typeface="Arial"/>
                <a:ea typeface="Arial"/>
                <a:cs typeface="Arial"/>
              </a:rPr>
              <a:t>Docker and 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17EDC-481F-4F31-A621-ECA0C45A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Python 3.12.6 in two stages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AC2DB-FF02-421C-B77D-6EA5C54F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10668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The runtime uses a non-root account with writable outputs.</a:t>
            </a:r>
          </a:p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CI checks lint, types, coverage and the Docker build.</a:t>
            </a:r>
          </a:p>
          <a:p xmlns:a="http://schemas.openxmlformats.org/drawingml/2006/main">
            <a:pPr>
              <a:defRPr sz="22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Container smoke tests disable networking.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5BAB6-1356-434B-A641-028589C0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3B5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B57"/>
                </a:solidFill>
                <a:latin typeface="Arial"/>
                <a:ea typeface="Arial"/>
                <a:cs typeface="Arial"/>
              </a:rPr>
              <a:t>Verification still needed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26F9F-14DF-4B26-8BD2-DFCD6CA3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244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Docker build/run and team fixes for existing lint/type errors</a:t>
            </a:r>
          </a:p>
        </p:txBody>
      </p:sp>
    </p:spTree>
    <p:extLst>
      <p:ext uri="{BB962C8B-B14F-4D97-AF65-F5344CB8AC3E}">
        <p14:creationId xmlns:p14="http://schemas.microsoft.com/office/powerpoint/2010/main" val="20170838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08314F-2911-40C4-A3C7-51B31BEE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53B5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53B57"/>
                </a:solidFill>
                <a:latin typeface="Arial"/>
                <a:ea typeface="Arial"/>
                <a:cs typeface="Arial"/>
              </a:rPr>
              <a:t>Questions and discussion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90EF4C-B52F-44CF-8A9F-EEAA4A32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10668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How does --no-cache avoid database access?</a:t>
            </a:r>
          </a:p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Why do CLI tests replace Researcher with a fake?</a:t>
            </a:r>
          </a:p>
          <a:p xmlns:a="http://schemas.openxmlformats.org/drawingml/2006/main">
            <a:pPr>
              <a:defRPr sz="2550" b="0">
                <a:solidFill>
                  <a:srgbClr val="19364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9364A"/>
                </a:solidFill>
                <a:latin typeface="Arial"/>
                <a:ea typeface="Arial"/>
                <a:cs typeface="Arial"/>
              </a:rPr>
              <a:t>What remains before the team release?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CB4D5-2E92-49CD-BE21-0451961C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7E8B"/>
                </a:solidFill>
                <a:latin typeface="Arial"/>
                <a:ea typeface="Arial"/>
                <a:cs typeface="Arial"/>
              </a:rPr>
              <a:t>Bailar / CLI, deployment and assembly</a:t>
            </a:r>
          </a:p>
        </p:txBody>
      </p:sp>
    </p:spTree>
    <p:extLst>
      <p:ext uri="{BB962C8B-B14F-4D97-AF65-F5344CB8AC3E}">
        <p14:creationId xmlns:p14="http://schemas.microsoft.com/office/powerpoint/2010/main" val="8216368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2026-09-16T21:26:36.3090000Z</dcterms:created>
  <dcterms:modified xsi:type="dcterms:W3CDTF">2026-09-16T21:26:36.3090000Z</dcterms:modified>
</coreProperties>
</file>